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2" r:id="rId6"/>
    <p:sldId id="261" r:id="rId7"/>
    <p:sldId id="263" r:id="rId8"/>
    <p:sldId id="258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8FA7A-9DF6-D183-4865-937157DE4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BEE9B7-3747-C7B4-23AE-874AF1795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148150-415F-4D10-E08A-D2A5498CC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C9BF-F486-4A9C-8F40-18894D627DA8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FB8C02-EB72-D837-5CD2-9E1AA53B9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A52DEF-DAF1-0D04-94FC-10CDC0AEC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DB79-576A-43D4-85F2-48B38ED5FA5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0549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4259F-EB69-9DD9-5C3D-A649C1657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91D4B8-5361-AE04-AB63-D4E05AE06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17A649-07D1-BC2F-6483-74DEAADC4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C9BF-F486-4A9C-8F40-18894D627DA8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7380ED-774F-5B16-C09D-7EABEE91A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55D98A-3670-E74A-B2ED-6A8E72B7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DB79-576A-43D4-85F2-48B38ED5FA5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1409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D16690-47FC-A034-2E01-C7B729A7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11B5EF-2DBB-41C3-75E4-968FBB573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61BC7B-1FEB-F2CA-D5BC-B73EDDCA8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C9BF-F486-4A9C-8F40-18894D627DA8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431C8C-2B9F-22C4-D0D2-723C3A5E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AD4AED-87B5-1A3C-3C79-E02CDC0E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DB79-576A-43D4-85F2-48B38ED5FA5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8534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787E2-0EFD-1F65-EBE1-CE0BF41BF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7C416C-6C59-541F-1407-190F9DF87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5541BD-708F-0461-F2B9-5CB9DCAF9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57AB0E-193E-6D2D-6C6B-3FB7DF544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C9BF-F486-4A9C-8F40-18894D627DA8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E4663A-0AAD-A374-EE65-B09365686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6A46E6-D4AD-7734-AB4E-9464BDAE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DB79-576A-43D4-85F2-48B38ED5FA5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6226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8E4C53-3789-8E03-24F7-AB2C3323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FF9508-FACF-DFB4-1BC1-2E801293E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CBC809-92FA-3169-866D-6A8D19CAD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B2B6D5C-45C9-E464-0B59-6A5270E5F0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6A8A019-7279-2866-D5D1-6ACD2622EB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8581EF3-DEDF-DFC3-7C9C-1514E287C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C9BF-F486-4A9C-8F40-18894D627DA8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D92FE4-E7C2-407B-8DBD-709DB1BA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02C25C1-B664-6B25-0660-4AB8EA88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DB79-576A-43D4-85F2-48B38ED5FA5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6415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C0804-D098-6774-190D-9B7B5A805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5A3F8B8-92C3-5334-29AB-EBC911DD6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C9BF-F486-4A9C-8F40-18894D627DA8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5432449-DA5E-155A-52FB-002A7A351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B09F49-7902-0049-B1C2-ABDD6B9E0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DB79-576A-43D4-85F2-48B38ED5FA5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920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97B629C-4C4A-F82B-E808-9F044716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C9BF-F486-4A9C-8F40-18894D627DA8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3BA575C-BD56-66C8-FF2C-9C0C301A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B5756B-F0BC-89F8-A5AC-4E6F87E9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DB79-576A-43D4-85F2-48B38ED5FA5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7874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23D81-1CC0-005C-C865-92B48113D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E3FDDF-9D88-2506-CCA4-7853CE182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22A591-D36B-E22E-C7AD-990B5F176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DB215C-AA8C-FF74-97C0-8B06F4BFB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C9BF-F486-4A9C-8F40-18894D627DA8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7EB6D6-2004-DB4E-4409-98B4B8044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91B888-632E-F4BD-B371-D386770A0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DB79-576A-43D4-85F2-48B38ED5FA5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8016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A7E8F-19ED-F135-308B-49843C6DF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C7C3D0-52F1-07E7-40D9-D7476CB56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F3FCCF-4AFF-FC3E-EBCE-5F83F2F36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BFCA42-4D88-C750-F504-3320A912F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C9BF-F486-4A9C-8F40-18894D627DA8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1C2967-D816-758C-1A6C-09FCB07C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C93DF2-2433-A272-8347-57692E2F6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DB79-576A-43D4-85F2-48B38ED5FA5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1319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658AB-D233-94F1-0EDD-F4C3E184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6185D1-2103-921B-D49F-1D1E53941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831898-48B5-8D54-1112-6D44A5468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C9BF-F486-4A9C-8F40-18894D627DA8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D6C4DD-43CD-ADA6-720D-F3143538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26246B-DB4A-9DC3-F3C2-D1B5F1F3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DB79-576A-43D4-85F2-48B38ED5FA5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354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23A705-1DCE-29D9-D55C-D2DB3A7EEF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E39423-929C-62D7-26D0-F68281F0A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40A7D8-4716-4A85-3A0C-F417CC321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C9BF-F486-4A9C-8F40-18894D627DA8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096628-1BB1-85BC-35A0-505BD0873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7421D5-EB25-7D9B-CE0A-DB609AF55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5DB79-576A-43D4-85F2-48B38ED5FA5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347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13B9CC6-5260-8CEE-4ECA-4532CFC1B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FF880F-F894-6728-047B-FB8B641C6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83AC75-36DB-3C2D-88A3-E1D778E53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1C9BF-F486-4A9C-8F40-18894D627DA8}" type="datetimeFigureOut">
              <a:rPr lang="es-CL" smtClean="0"/>
              <a:t>02-09-2026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7414AD-0784-52BE-71B8-284C5A42F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E60B5F-7DF2-A351-5758-B6E9B2EBD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5DB79-576A-43D4-85F2-48B38ED5FA5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140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ventas@superahorraya.c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4D547B9-3CD8-E783-0069-BD4F1FA4C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075" y="1647576"/>
            <a:ext cx="4467849" cy="3562847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78B1550-CA62-E033-166E-99014C3D46BB}"/>
              </a:ext>
            </a:extLst>
          </p:cNvPr>
          <p:cNvSpPr/>
          <p:nvPr/>
        </p:nvSpPr>
        <p:spPr>
          <a:xfrm>
            <a:off x="6243484" y="4355690"/>
            <a:ext cx="1917290" cy="658762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DFD87F0-5C7D-DF6D-F061-7E29495DCEBF}"/>
              </a:ext>
            </a:extLst>
          </p:cNvPr>
          <p:cNvCxnSpPr/>
          <p:nvPr/>
        </p:nvCxnSpPr>
        <p:spPr>
          <a:xfrm>
            <a:off x="8160774" y="4656841"/>
            <a:ext cx="14922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95C5933B-8E62-A893-2C63-717CDF5DF9B5}"/>
              </a:ext>
            </a:extLst>
          </p:cNvPr>
          <p:cNvSpPr txBox="1"/>
          <p:nvPr/>
        </p:nvSpPr>
        <p:spPr>
          <a:xfrm>
            <a:off x="9653047" y="4472175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eliminar</a:t>
            </a:r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62337D7-F641-F7D8-25DF-E53327416E1F}"/>
              </a:ext>
            </a:extLst>
          </p:cNvPr>
          <p:cNvSpPr txBox="1"/>
          <p:nvPr/>
        </p:nvSpPr>
        <p:spPr>
          <a:xfrm>
            <a:off x="9083710" y="3928905"/>
            <a:ext cx="1522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Precio desde </a:t>
            </a:r>
          </a:p>
        </p:txBody>
      </p:sp>
    </p:spTree>
    <p:extLst>
      <p:ext uri="{BB962C8B-B14F-4D97-AF65-F5344CB8AC3E}">
        <p14:creationId xmlns:p14="http://schemas.microsoft.com/office/powerpoint/2010/main" val="1631407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09AE0BB-477A-5DC7-761B-C34894750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760" y="1552313"/>
            <a:ext cx="4696480" cy="375337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00B1C2C-2B98-4026-D532-A6DDA961ED4A}"/>
              </a:ext>
            </a:extLst>
          </p:cNvPr>
          <p:cNvSpPr txBox="1"/>
          <p:nvPr/>
        </p:nvSpPr>
        <p:spPr>
          <a:xfrm>
            <a:off x="3797891" y="3096993"/>
            <a:ext cx="1529129" cy="430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050" dirty="0"/>
              <a:t>Mencionar las comunas habilitadas</a:t>
            </a:r>
            <a:endParaRPr lang="es-CL" sz="105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B4EE6F4-E84C-AB0F-D00E-2EB6EB7C7683}"/>
              </a:ext>
            </a:extLst>
          </p:cNvPr>
          <p:cNvSpPr txBox="1"/>
          <p:nvPr/>
        </p:nvSpPr>
        <p:spPr>
          <a:xfrm>
            <a:off x="5367665" y="3105834"/>
            <a:ext cx="1156960" cy="430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100" dirty="0"/>
              <a:t>48 a 72 hrs  de lunes a sábado</a:t>
            </a:r>
            <a:endParaRPr lang="es-CL" sz="11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25A5ECF-B9C0-A349-A32D-F6672D3918DF}"/>
              </a:ext>
            </a:extLst>
          </p:cNvPr>
          <p:cNvSpPr txBox="1"/>
          <p:nvPr/>
        </p:nvSpPr>
        <p:spPr>
          <a:xfrm>
            <a:off x="6605914" y="2973882"/>
            <a:ext cx="2576186" cy="5539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/>
              <a:t>Compra mínima $60,000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/>
              <a:t>Despacho gratis sobre $100.000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/>
              <a:t>Delivery por compras menores $3.990</a:t>
            </a:r>
            <a:endParaRPr lang="es-CL" sz="10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7D2B91A-CBA1-2403-740B-0AF491825516}"/>
              </a:ext>
            </a:extLst>
          </p:cNvPr>
          <p:cNvSpPr txBox="1"/>
          <p:nvPr/>
        </p:nvSpPr>
        <p:spPr>
          <a:xfrm>
            <a:off x="5367665" y="3620184"/>
            <a:ext cx="1156960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700" dirty="0"/>
              <a:t>Retiro en tienda en 24 hrs  de lunes a viernes  de 10,00 a 17,00hrs</a:t>
            </a:r>
          </a:p>
          <a:p>
            <a:endParaRPr lang="es-CL" sz="7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AD3F8A1-939E-34D7-04D7-756FC83A277F}"/>
              </a:ext>
            </a:extLst>
          </p:cNvPr>
          <p:cNvSpPr txBox="1"/>
          <p:nvPr/>
        </p:nvSpPr>
        <p:spPr>
          <a:xfrm>
            <a:off x="3912191" y="2101154"/>
            <a:ext cx="4231684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000" dirty="0"/>
              <a:t>En esta primera etapa solo cubrimos algunas comunas de Santiago, las cuales se describen abajo he iremos avisando en la medida que se incorporen nuevas zonas.</a:t>
            </a:r>
          </a:p>
          <a:p>
            <a:r>
              <a:rPr lang="es-ES" sz="1000" dirty="0"/>
              <a:t>Para retiro en tienda puedes solicitar pedidos desde cualquier comuna</a:t>
            </a:r>
            <a:endParaRPr lang="es-CL" sz="1000" dirty="0"/>
          </a:p>
        </p:txBody>
      </p:sp>
    </p:spTree>
    <p:extLst>
      <p:ext uri="{BB962C8B-B14F-4D97-AF65-F5344CB8AC3E}">
        <p14:creationId xmlns:p14="http://schemas.microsoft.com/office/powerpoint/2010/main" val="804398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4AD81AD-5309-58F4-56DE-DAEA6915F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417" y="2400156"/>
            <a:ext cx="4763165" cy="205768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020B133-0A7B-7ECE-E4C5-7BCB8AEE74FC}"/>
              </a:ext>
            </a:extLst>
          </p:cNvPr>
          <p:cNvSpPr txBox="1"/>
          <p:nvPr/>
        </p:nvSpPr>
        <p:spPr>
          <a:xfrm>
            <a:off x="4511710" y="1748413"/>
            <a:ext cx="1825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Esto funciona ??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9534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74B6E16-E759-864F-F498-1D37DA4B8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523" y="1919077"/>
            <a:ext cx="4686954" cy="301984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9F3FF01-97A2-0CC0-815B-BED5EAB17390}"/>
              </a:ext>
            </a:extLst>
          </p:cNvPr>
          <p:cNvSpPr txBox="1"/>
          <p:nvPr/>
        </p:nvSpPr>
        <p:spPr>
          <a:xfrm>
            <a:off x="8732018" y="2994408"/>
            <a:ext cx="1586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Cual es este método</a:t>
            </a:r>
            <a:endParaRPr lang="es-CL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AC8A436-9040-5F26-23D3-9F027EB1CC8D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7827666" y="3145134"/>
            <a:ext cx="904352" cy="172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88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B3522CB-358E-604E-AB9D-3A7CB3844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360" y="0"/>
            <a:ext cx="2865279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940A90D-661C-4148-F3A2-E6A37EB7FC57}"/>
              </a:ext>
            </a:extLst>
          </p:cNvPr>
          <p:cNvSpPr txBox="1"/>
          <p:nvPr/>
        </p:nvSpPr>
        <p:spPr>
          <a:xfrm>
            <a:off x="7815691" y="5934670"/>
            <a:ext cx="2431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ahorro mencionado es con respecto a que?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C609A69-FDA1-059D-89CC-645A63B0C38C}"/>
              </a:ext>
            </a:extLst>
          </p:cNvPr>
          <p:cNvSpPr txBox="1"/>
          <p:nvPr/>
        </p:nvSpPr>
        <p:spPr>
          <a:xfrm>
            <a:off x="8677072" y="2080909"/>
            <a:ext cx="2684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Debería haber un botón para regresar a la selección de productos</a:t>
            </a:r>
            <a:endParaRPr lang="es-CL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B3E7664-97BA-0E66-BDA4-6011E9AE1CFC}"/>
              </a:ext>
            </a:extLst>
          </p:cNvPr>
          <p:cNvCxnSpPr>
            <a:endCxn id="4" idx="1"/>
          </p:cNvCxnSpPr>
          <p:nvPr/>
        </p:nvCxnSpPr>
        <p:spPr>
          <a:xfrm>
            <a:off x="7528639" y="6391275"/>
            <a:ext cx="287052" cy="5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568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42BA544-6945-3538-FFEF-F0474580C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181" y="494890"/>
            <a:ext cx="4391638" cy="586821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AECD50E-26A2-F1ED-40DE-082B162CA60C}"/>
              </a:ext>
            </a:extLst>
          </p:cNvPr>
          <p:cNvSpPr txBox="1"/>
          <p:nvPr/>
        </p:nvSpPr>
        <p:spPr>
          <a:xfrm>
            <a:off x="8040610" y="1632356"/>
            <a:ext cx="2771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veras como el precio baja automáticamente al aumentar las cantidades de compra</a:t>
            </a:r>
            <a:endParaRPr lang="es-CL" sz="1200" dirty="0"/>
          </a:p>
        </p:txBody>
      </p:sp>
    </p:spTree>
    <p:extLst>
      <p:ext uri="{BB962C8B-B14F-4D97-AF65-F5344CB8AC3E}">
        <p14:creationId xmlns:p14="http://schemas.microsoft.com/office/powerpoint/2010/main" val="2540771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25A791C-77C1-4F5C-2C87-52A3186CE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004" y="0"/>
            <a:ext cx="2071992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0CAE27C-0822-B835-A7F3-D9C6A3BF7FED}"/>
              </a:ext>
            </a:extLst>
          </p:cNvPr>
          <p:cNvSpPr txBox="1"/>
          <p:nvPr/>
        </p:nvSpPr>
        <p:spPr>
          <a:xfrm>
            <a:off x="8067675" y="2352675"/>
            <a:ext cx="2628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Mencionar que si compra mas su despacho será gratis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44972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FB4DF2D-809F-F8CA-0686-1113E16931C5}"/>
              </a:ext>
            </a:extLst>
          </p:cNvPr>
          <p:cNvSpPr txBox="1"/>
          <p:nvPr/>
        </p:nvSpPr>
        <p:spPr>
          <a:xfrm>
            <a:off x="933450" y="866775"/>
            <a:ext cx="1086712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Actualizar listado de productos y precios. Incluyendo marca y categorías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Como definimos las ofertas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El carrito se puede consultar, pero no debe aparecer cada vez que selecciono un producto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Si la compra es menor a 100 mil debería invitar a agregar productos para poder tener despacho gratis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Cuando estoy en el home y acceso un producto en la pare baja debería cambiar a la parte superior de la nueva pagina, actualmente abre a la misma altura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  	</a:t>
            </a:r>
            <a:endParaRPr lang="es-CL" sz="1400" dirty="0"/>
          </a:p>
        </p:txBody>
      </p:sp>
    </p:spTree>
    <p:extLst>
      <p:ext uri="{BB962C8B-B14F-4D97-AF65-F5344CB8AC3E}">
        <p14:creationId xmlns:p14="http://schemas.microsoft.com/office/powerpoint/2010/main" val="128497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CF8D2EB-4721-D4C5-1F77-3150DF83C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919" y="1814287"/>
            <a:ext cx="2048161" cy="322942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7A40772-2C5B-EE28-2C21-922199DB762E}"/>
              </a:ext>
            </a:extLst>
          </p:cNvPr>
          <p:cNvSpPr txBox="1"/>
          <p:nvPr/>
        </p:nvSpPr>
        <p:spPr>
          <a:xfrm>
            <a:off x="6692630" y="3531140"/>
            <a:ext cx="22573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</a:rPr>
              <a:t>Todos los productos tienen marca</a:t>
            </a:r>
            <a:endParaRPr lang="es-CL" sz="1100" dirty="0">
              <a:solidFill>
                <a:srgbClr val="FF0000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F7AED61-DBAD-BF73-E375-C498888198DE}"/>
              </a:ext>
            </a:extLst>
          </p:cNvPr>
          <p:cNvSpPr/>
          <p:nvPr/>
        </p:nvSpPr>
        <p:spPr>
          <a:xfrm>
            <a:off x="5071919" y="3867150"/>
            <a:ext cx="2167081" cy="438150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4226FAA-F4DF-B0D3-7CB7-D6217A1F4189}"/>
              </a:ext>
            </a:extLst>
          </p:cNvPr>
          <p:cNvSpPr txBox="1"/>
          <p:nvPr/>
        </p:nvSpPr>
        <p:spPr>
          <a:xfrm>
            <a:off x="7239000" y="3955420"/>
            <a:ext cx="26164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</a:rPr>
              <a:t>Se debe ajustar a las nuevas cantidades</a:t>
            </a:r>
            <a:endParaRPr lang="es-CL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50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42200C-E42E-E9AF-FF33-C32AE6242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946" y="3033657"/>
            <a:ext cx="2210108" cy="79068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8BCAA01-7EBE-F70A-1F90-FC1D9C0EB302}"/>
              </a:ext>
            </a:extLst>
          </p:cNvPr>
          <p:cNvSpPr txBox="1"/>
          <p:nvPr/>
        </p:nvSpPr>
        <p:spPr>
          <a:xfrm>
            <a:off x="4990946" y="1800225"/>
            <a:ext cx="24479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Como vamos a seleccionar estos productos </a:t>
            </a:r>
            <a:endParaRPr lang="es-C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438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5F7777A-062B-45EA-E0C2-F79024953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0948"/>
            <a:ext cx="12192000" cy="251610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E0E7648-7469-BAA2-CDB4-82B192F56DAA}"/>
              </a:ext>
            </a:extLst>
          </p:cNvPr>
          <p:cNvSpPr txBox="1"/>
          <p:nvPr/>
        </p:nvSpPr>
        <p:spPr>
          <a:xfrm>
            <a:off x="7711609" y="582805"/>
            <a:ext cx="46880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Cambiar números de contacto</a:t>
            </a:r>
          </a:p>
          <a:p>
            <a:r>
              <a:rPr lang="es-ES" dirty="0"/>
              <a:t>+56 9 3130 9393</a:t>
            </a:r>
          </a:p>
          <a:p>
            <a:endParaRPr lang="es-ES" dirty="0"/>
          </a:p>
          <a:p>
            <a:r>
              <a:rPr lang="es-ES" dirty="0">
                <a:hlinkClick r:id="rId3"/>
              </a:rPr>
              <a:t>ventas@superahorraya.cl</a:t>
            </a:r>
            <a:r>
              <a:rPr lang="es-ES" dirty="0"/>
              <a:t> (crear cuenta)</a:t>
            </a:r>
          </a:p>
          <a:p>
            <a:endParaRPr lang="es-CL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3A43D16-809E-2FE9-B9D2-3A2AC1D27015}"/>
              </a:ext>
            </a:extLst>
          </p:cNvPr>
          <p:cNvCxnSpPr/>
          <p:nvPr/>
        </p:nvCxnSpPr>
        <p:spPr>
          <a:xfrm>
            <a:off x="6751404" y="5019675"/>
            <a:ext cx="70339" cy="351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C53CCB76-D005-03E0-0A26-C209A3D49A0D}"/>
              </a:ext>
            </a:extLst>
          </p:cNvPr>
          <p:cNvSpPr/>
          <p:nvPr/>
        </p:nvSpPr>
        <p:spPr>
          <a:xfrm>
            <a:off x="5791200" y="3800475"/>
            <a:ext cx="1920409" cy="1219200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1D9069-8CC0-8BB0-0DF5-3EC2F5674502}"/>
              </a:ext>
            </a:extLst>
          </p:cNvPr>
          <p:cNvSpPr txBox="1"/>
          <p:nvPr/>
        </p:nvSpPr>
        <p:spPr>
          <a:xfrm>
            <a:off x="6391275" y="5371367"/>
            <a:ext cx="20138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Dejar solo acceso ejecutivo</a:t>
            </a:r>
            <a:endParaRPr lang="es-CL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818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246</Words>
  <Application>Microsoft Office PowerPoint</Application>
  <PresentationFormat>Panorámica</PresentationFormat>
  <Paragraphs>34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domingo vivanco</dc:creator>
  <cp:lastModifiedBy>Juan Carlos Mena Varas</cp:lastModifiedBy>
  <cp:revision>9</cp:revision>
  <dcterms:created xsi:type="dcterms:W3CDTF">2026-07-24T17:47:34Z</dcterms:created>
  <dcterms:modified xsi:type="dcterms:W3CDTF">2026-09-02T19:05:17Z</dcterms:modified>
</cp:coreProperties>
</file>